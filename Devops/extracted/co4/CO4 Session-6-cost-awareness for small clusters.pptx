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68" r:id="rId2"/>
    <p:sldId id="300" r:id="rId3"/>
    <p:sldId id="301" r:id="rId4"/>
    <p:sldId id="324" r:id="rId5"/>
    <p:sldId id="325" r:id="rId6"/>
    <p:sldId id="327" r:id="rId7"/>
    <p:sldId id="323" r:id="rId8"/>
    <p:sldId id="329" r:id="rId9"/>
    <p:sldId id="330" r:id="rId10"/>
    <p:sldId id="336" r:id="rId11"/>
    <p:sldId id="337" r:id="rId12"/>
    <p:sldId id="33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cost-awareness for small clusters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- 6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DE2B3-F441-BAF6-241C-E08CC055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5D87C-909A-3426-0049-8BB604E79CD0}"/>
              </a:ext>
            </a:extLst>
          </p:cNvPr>
          <p:cNvSpPr txBox="1"/>
          <p:nvPr/>
        </p:nvSpPr>
        <p:spPr>
          <a:xfrm>
            <a:off x="450752" y="902888"/>
            <a:ext cx="1129049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abstracts infrastructure resources, which can hide actual costs from users.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cost awareness, clusters may run idle workloads, oversized containers, and unused resources.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awareness helps organizations: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unnecessary spending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resource efficiency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sustainable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9DC16-6ECB-BFD7-8943-5CEF10C47C96}"/>
              </a:ext>
            </a:extLst>
          </p:cNvPr>
          <p:cNvSpPr txBox="1"/>
          <p:nvPr/>
        </p:nvSpPr>
        <p:spPr>
          <a:xfrm>
            <a:off x="3152717" y="241861"/>
            <a:ext cx="6950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Cost Awareness is Important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68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B7FC-B919-3151-2812-DDF81088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63DE1-9EBA-004E-DF76-E8F4CD00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5706E-F63D-A48C-C3C2-D0C83B494CEA}"/>
              </a:ext>
            </a:extLst>
          </p:cNvPr>
          <p:cNvSpPr txBox="1"/>
          <p:nvPr/>
        </p:nvSpPr>
        <p:spPr>
          <a:xfrm>
            <a:off x="1739043" y="175544"/>
            <a:ext cx="987888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Drivers in Kubernetes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D5F0F-1386-2C4E-A4B4-AB22C20768D3}"/>
              </a:ext>
            </a:extLst>
          </p:cNvPr>
          <p:cNvSpPr txBox="1"/>
          <p:nvPr/>
        </p:nvSpPr>
        <p:spPr>
          <a:xfrm>
            <a:off x="544151" y="1020533"/>
            <a:ext cx="1107377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cost drivers in Kubernetes clusters include: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usage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and size of nodes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volumes and persistence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and load balancers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drivers helps control expenses.</a:t>
            </a:r>
          </a:p>
        </p:txBody>
      </p:sp>
    </p:spTree>
    <p:extLst>
      <p:ext uri="{BB962C8B-B14F-4D97-AF65-F5344CB8AC3E}">
        <p14:creationId xmlns:p14="http://schemas.microsoft.com/office/powerpoint/2010/main" val="78510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0BFB-C359-611A-50EE-7622F987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24167-2B94-3B01-A284-EC59604E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6536B-5142-2AA6-F0D2-563294E8BF30}"/>
              </a:ext>
            </a:extLst>
          </p:cNvPr>
          <p:cNvSpPr txBox="1"/>
          <p:nvPr/>
        </p:nvSpPr>
        <p:spPr>
          <a:xfrm>
            <a:off x="1789531" y="175544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Requests and Limits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29315-B826-BBAF-C0E8-2227173F0221}"/>
              </a:ext>
            </a:extLst>
          </p:cNvPr>
          <p:cNvSpPr txBox="1"/>
          <p:nvPr/>
        </p:nvSpPr>
        <p:spPr>
          <a:xfrm>
            <a:off x="796594" y="1026143"/>
            <a:ext cx="10754016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uses resource requests and limits to manage CPU and memory usage. Incorrect values can lead to over-provisioning or instability.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guaranteed resources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usage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realistic values improves utilization and reduces cost.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can monitor actual resource usage using built-in commands.</a:t>
            </a:r>
          </a:p>
          <a:p>
            <a:pPr algn="ctr">
              <a:lnSpc>
                <a:spcPct val="150000"/>
              </a:lnSpc>
            </a:pPr>
            <a:r>
              <a:rPr lang="en-I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pod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 pods that are over-allocated or underutilized.</a:t>
            </a:r>
          </a:p>
        </p:txBody>
      </p:sp>
    </p:spTree>
    <p:extLst>
      <p:ext uri="{BB962C8B-B14F-4D97-AF65-F5344CB8AC3E}">
        <p14:creationId xmlns:p14="http://schemas.microsoft.com/office/powerpoint/2010/main" val="124611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4AFA-495C-DA9C-53B5-DFA1E70B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4126B-899B-CF41-4612-532817D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9BBA-8836-B36E-4282-5C112B5EA6C8}"/>
              </a:ext>
            </a:extLst>
          </p:cNvPr>
          <p:cNvSpPr txBox="1"/>
          <p:nvPr/>
        </p:nvSpPr>
        <p:spPr>
          <a:xfrm>
            <a:off x="1789531" y="63283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Over-Provisioning vs Right-Sizing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45092-2EBD-F287-E30C-0E9F0F6721CC}"/>
              </a:ext>
            </a:extLst>
          </p:cNvPr>
          <p:cNvSpPr txBox="1"/>
          <p:nvPr/>
        </p:nvSpPr>
        <p:spPr>
          <a:xfrm>
            <a:off x="665696" y="1020533"/>
            <a:ext cx="1086060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Over-provisioning occurs when pods request more resources than needed, leading to wasted capacity.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Right-sizing means adjusting requests and limits based on real usage.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review of metrics helps right-size workloads and reduce node costs.</a:t>
            </a:r>
          </a:p>
        </p:txBody>
      </p:sp>
    </p:spTree>
    <p:extLst>
      <p:ext uri="{BB962C8B-B14F-4D97-AF65-F5344CB8AC3E}">
        <p14:creationId xmlns:p14="http://schemas.microsoft.com/office/powerpoint/2010/main" val="198786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3BB6-C48D-B5AA-E471-3A2BCD8E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0E168-06AC-71AB-8BFE-3C5707FC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52E1C-A5F6-38EE-F91E-996ED7D80BC9}"/>
              </a:ext>
            </a:extLst>
          </p:cNvPr>
          <p:cNvSpPr txBox="1"/>
          <p:nvPr/>
        </p:nvSpPr>
        <p:spPr>
          <a:xfrm>
            <a:off x="1694165" y="169251"/>
            <a:ext cx="9828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Utilization Awareness &amp;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for Cost Efficiency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163DD-F3EC-F9A8-EA0D-8854668C89D0}"/>
              </a:ext>
            </a:extLst>
          </p:cNvPr>
          <p:cNvSpPr txBox="1"/>
          <p:nvPr/>
        </p:nvSpPr>
        <p:spPr>
          <a:xfrm>
            <a:off x="460005" y="833421"/>
            <a:ext cx="11202803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often the largest cost contributors. Low node utilization indicates wasted spending.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node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helps identify underutilized nodes that can be scaled down or removed.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supports scaling mechanisms that help control costs: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Pod Autoscaling (HPA)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pods based on demand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scaling reduces pods during low traffic periods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ensures resources match workload demand.</a:t>
            </a:r>
          </a:p>
        </p:txBody>
      </p:sp>
    </p:spTree>
    <p:extLst>
      <p:ext uri="{BB962C8B-B14F-4D97-AF65-F5344CB8AC3E}">
        <p14:creationId xmlns:p14="http://schemas.microsoft.com/office/powerpoint/2010/main" val="78491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B678-02FC-CCE5-3EB2-3BD9AB2B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4812C-1289-C3BD-0205-725D188B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66A6B-9EEA-8008-20B2-9389D4FDC42C}"/>
              </a:ext>
            </a:extLst>
          </p:cNvPr>
          <p:cNvSpPr txBox="1"/>
          <p:nvPr/>
        </p:nvSpPr>
        <p:spPr>
          <a:xfrm>
            <a:off x="680656" y="1014168"/>
            <a:ext cx="11083127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resources increase costs without delivering value.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namespaces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Stopped but running pods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Orphaned services and volumes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cleanup is essential for cost control.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all --all-namespaces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38909-D10A-0CF9-54A0-5233C4B3923D}"/>
              </a:ext>
            </a:extLst>
          </p:cNvPr>
          <p:cNvSpPr txBox="1"/>
          <p:nvPr/>
        </p:nvSpPr>
        <p:spPr>
          <a:xfrm>
            <a:off x="1155623" y="237187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 Idle and Unused Resources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3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76B4-D9FA-C87E-602A-8508E4D1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9F621-BBAA-54D5-72E9-C0CEEFF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46AC9-77AD-D24B-157B-0981E1348CC5}"/>
              </a:ext>
            </a:extLst>
          </p:cNvPr>
          <p:cNvSpPr txBox="1"/>
          <p:nvPr/>
        </p:nvSpPr>
        <p:spPr>
          <a:xfrm>
            <a:off x="1212386" y="1127572"/>
            <a:ext cx="998480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volumes and storage classes can incur ongoing costs even when not actively used.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 practices include: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unused PVCs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appropriate storage classes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oversized volumes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16FCC-9FC1-63D0-74AC-B29CD9BB5891}"/>
              </a:ext>
            </a:extLst>
          </p:cNvPr>
          <p:cNvSpPr txBox="1"/>
          <p:nvPr/>
        </p:nvSpPr>
        <p:spPr>
          <a:xfrm>
            <a:off x="1138792" y="267990"/>
            <a:ext cx="10248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Cost Awareness</a:t>
            </a:r>
          </a:p>
        </p:txBody>
      </p:sp>
    </p:spTree>
    <p:extLst>
      <p:ext uri="{BB962C8B-B14F-4D97-AF65-F5344CB8AC3E}">
        <p14:creationId xmlns:p14="http://schemas.microsoft.com/office/powerpoint/2010/main" val="169130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0456-3C6F-7EBF-ED08-AFA9812B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CD0DE-48C0-F0B3-9C6F-5B55682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E9EFE-0026-38F5-5045-44A5E906C3D9}"/>
              </a:ext>
            </a:extLst>
          </p:cNvPr>
          <p:cNvSpPr txBox="1"/>
          <p:nvPr/>
        </p:nvSpPr>
        <p:spPr>
          <a:xfrm>
            <a:off x="8156672" y="2068814"/>
            <a:ext cx="3461257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workflow shows how basic monitoring and adjustment reduce costs without advanced tooling.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7D53A-9EFD-1159-924D-B2980729728D}"/>
              </a:ext>
            </a:extLst>
          </p:cNvPr>
          <p:cNvSpPr txBox="1"/>
          <p:nvPr/>
        </p:nvSpPr>
        <p:spPr>
          <a:xfrm>
            <a:off x="1194891" y="158650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Cost Monitoring Workflow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9131A-5E06-8DF6-4200-C53804DB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62" t="13170" r="10228" b="4458"/>
          <a:stretch>
            <a:fillRect/>
          </a:stretch>
        </p:blipFill>
        <p:spPr>
          <a:xfrm>
            <a:off x="617080" y="827394"/>
            <a:ext cx="7135686" cy="520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0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25F-D001-F966-36FC-EEAA3F39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12412-6EF3-F5E8-723A-8C72E8B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FE9C-0E61-B16B-6CBC-98F77E939440}"/>
              </a:ext>
            </a:extLst>
          </p:cNvPr>
          <p:cNvSpPr txBox="1"/>
          <p:nvPr/>
        </p:nvSpPr>
        <p:spPr>
          <a:xfrm>
            <a:off x="1011905" y="1047828"/>
            <a:ext cx="1080544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realistic resource requests and limits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node and pod usage regularly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workloads during off-peak hours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up unused resources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lightweight observability tools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practices provide immediate cost benefits.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23DC5-B3C2-1FC6-DB17-7031C1607D28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Cost-Saving Best Practices for Small Clusters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EA497-A5D3-9E71-01A4-6A23B42E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573AB2-83F4-F4F1-0047-CBD6D78A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07C97-0C5A-00DD-648E-36094359D33A}"/>
              </a:ext>
            </a:extLst>
          </p:cNvPr>
          <p:cNvSpPr txBox="1"/>
          <p:nvPr/>
        </p:nvSpPr>
        <p:spPr>
          <a:xfrm>
            <a:off x="961417" y="873924"/>
            <a:ext cx="10805442" cy="2243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cost awareness does not provide: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per-team cost allocation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cost forecasting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sufficient for small clusters and early production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0DFFA-3525-3C54-5791-0FF8D979B215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Trade-offs and Limitations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14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E92B-5250-DFB5-E932-B62A2881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1A189A-8D11-2DB4-D14A-E8506B49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13B08-AF20-3440-060A-4086A8F3BB61}"/>
              </a:ext>
            </a:extLst>
          </p:cNvPr>
          <p:cNvSpPr txBox="1"/>
          <p:nvPr/>
        </p:nvSpPr>
        <p:spPr>
          <a:xfrm>
            <a:off x="921752" y="991730"/>
            <a:ext cx="1061724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awareness in Kubernetes focuses on understanding resource usage and minimizing waste.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monitoring pods and nodes, right-sizing workloads, cleaning unused resources, and scaling wisely, small clusters can achieve efficient and cost-effective operations without complex tooling.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49610-3D85-981C-7989-06731CC60A36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555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8105</TotalTime>
  <Words>523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NAGAMANI G</cp:lastModifiedBy>
  <cp:revision>508</cp:revision>
  <dcterms:created xsi:type="dcterms:W3CDTF">2023-05-03T05:20:57Z</dcterms:created>
  <dcterms:modified xsi:type="dcterms:W3CDTF">2026-01-19T07:32:59Z</dcterms:modified>
</cp:coreProperties>
</file>
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68" r:id="rId2"/>
    <p:sldId id="300" r:id="rId3"/>
    <p:sldId id="301" r:id="rId4"/>
    <p:sldId id="324" r:id="rId5"/>
    <p:sldId id="325" r:id="rId6"/>
    <p:sldId id="327" r:id="rId7"/>
    <p:sldId id="323" r:id="rId8"/>
    <p:sldId id="329" r:id="rId9"/>
    <p:sldId id="336" r:id="rId10"/>
    <p:sldId id="337" r:id="rId11"/>
    <p:sldId id="338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2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98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2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4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28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72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46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58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3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776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6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640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464;p16"/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7" y="61709"/>
            <a:ext cx="5459371" cy="591835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75;p16"/>
          <p:cNvSpPr txBox="1">
            <a:spLocks noGrp="1"/>
          </p:cNvSpPr>
          <p:nvPr>
            <p:ph type="ctrTitle"/>
          </p:nvPr>
        </p:nvSpPr>
        <p:spPr>
          <a:xfrm>
            <a:off x="4039419" y="557484"/>
            <a:ext cx="8637073" cy="480091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CSIT</a:t>
            </a:r>
          </a:p>
        </p:txBody>
      </p:sp>
      <p:sp>
        <p:nvSpPr>
          <p:cNvPr id="6" name="Google Shape;476;p16"/>
          <p:cNvSpPr txBox="1"/>
          <p:nvPr/>
        </p:nvSpPr>
        <p:spPr>
          <a:xfrm>
            <a:off x="4819387" y="1203208"/>
            <a:ext cx="7077136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 b="1" cap="all" dirty="0">
                <a:ln/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COURSE NAME </a:t>
            </a:r>
            <a:endParaRPr lang="en-IN" dirty="0"/>
          </a:p>
          <a:p>
            <a:pPr algn="ctr"/>
            <a:r>
              <a:rPr lang="en-US" dirty="0"/>
              <a:t>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FOUNDATIONS OF CLOUD-NATIVE COMPUTING &amp; DEVOPS</a:t>
            </a:r>
            <a:r>
              <a:rPr lang="en-US" dirty="0"/>
              <a:t>	</a:t>
            </a: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cap="all" dirty="0">
              <a:ln/>
              <a:latin typeface="Times New Roman" panose="02020603050405020304" pitchFamily="18" charset="0"/>
              <a:cs typeface="Times New Roman" panose="02020603050405020304" pitchFamily="18" charset="0"/>
              <a:sym typeface="BioRhyme ExtraBold"/>
            </a:endParaRPr>
          </a:p>
          <a:p>
            <a:pPr algn="ctr"/>
            <a:r>
              <a:rPr lang="en-US" sz="2400" b="1" cap="all" dirty="0">
                <a:ln/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COURSE CODE </a:t>
            </a:r>
            <a:r>
              <a:rPr lang="en-US" sz="2400" b="1" cap="all" dirty="0">
                <a:ln/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–</a:t>
            </a:r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24CS2260F</a:t>
            </a:r>
            <a:r>
              <a:rPr lang="en-IN" dirty="0"/>
              <a:t>	</a:t>
            </a: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BioRhyme ExtraBold"/>
              <a:cs typeface="Times New Roman" panose="02020603050405020304" pitchFamily="18" charset="0"/>
              <a:sym typeface="BioRhyme ExtraBold"/>
            </a:endParaRPr>
          </a:p>
          <a:p>
            <a:pPr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BioRhyme ExtraBold"/>
                <a:cs typeface="Times New Roman" panose="02020603050405020304" pitchFamily="18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cap="all" dirty="0">
                <a:ln/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documenting decisions with ADRs</a:t>
            </a:r>
            <a:endParaRPr lang="en-US" sz="2400" b="1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7704" y="3767857"/>
            <a:ext cx="2161309" cy="544625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Session - 7</a:t>
            </a:r>
            <a:endParaRPr sz="2400" b="1" dirty="0">
              <a:solidFill>
                <a:schemeClr val="l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0513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2DE2B3-F441-BAF6-241C-E08CC055A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25D87C-909A-3426-0049-8BB604E79CD0}"/>
              </a:ext>
            </a:extLst>
          </p:cNvPr>
          <p:cNvSpPr txBox="1"/>
          <p:nvPr/>
        </p:nvSpPr>
        <p:spPr>
          <a:xfrm>
            <a:off x="450752" y="902888"/>
            <a:ext cx="11290493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real-world systems, many architectural decisions are made under constraints such as time, cost, and risk.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documentation, teams forget why decisions were taken, leading to confusion and repeated debates.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Documenting decisions ensures continuity, especially when team members change or systems evolve.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79DC16-6ECB-BFD7-8943-5CEF10C47C96}"/>
              </a:ext>
            </a:extLst>
          </p:cNvPr>
          <p:cNvSpPr txBox="1"/>
          <p:nvPr/>
        </p:nvSpPr>
        <p:spPr>
          <a:xfrm>
            <a:off x="3152717" y="241861"/>
            <a:ext cx="6950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Document Decisions?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3682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AB7FC-B919-3151-2812-DDF810881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B63DE1-9EBA-004E-DF76-E8F4CD005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3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C5706E-F63D-A48C-C3C2-D0C83B494CEA}"/>
              </a:ext>
            </a:extLst>
          </p:cNvPr>
          <p:cNvSpPr txBox="1"/>
          <p:nvPr/>
        </p:nvSpPr>
        <p:spPr>
          <a:xfrm>
            <a:off x="1739043" y="175544"/>
            <a:ext cx="9878886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an ADR?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8D5F0F-1386-2C4E-A4B4-AB22C20768D3}"/>
              </a:ext>
            </a:extLst>
          </p:cNvPr>
          <p:cNvSpPr txBox="1"/>
          <p:nvPr/>
        </p:nvSpPr>
        <p:spPr>
          <a:xfrm>
            <a:off x="544151" y="1020533"/>
            <a:ext cx="11073777" cy="3351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Decision Record (ADR)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short text document that captures: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significant architectural decision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context in which it was made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decision itself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consequences of that decision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ADRs focus 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on full system design.</a:t>
            </a:r>
          </a:p>
        </p:txBody>
      </p:sp>
    </p:spTree>
    <p:extLst>
      <p:ext uri="{BB962C8B-B14F-4D97-AF65-F5344CB8AC3E}">
        <p14:creationId xmlns:p14="http://schemas.microsoft.com/office/powerpoint/2010/main" val="785106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70BFB-C359-611A-50EE-7622F987D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224167-2B94-3B01-A284-EC59604E6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C6536B-5142-2AA6-F0D2-563294E8BF30}"/>
              </a:ext>
            </a:extLst>
          </p:cNvPr>
          <p:cNvSpPr txBox="1"/>
          <p:nvPr/>
        </p:nvSpPr>
        <p:spPr>
          <a:xfrm>
            <a:off x="1789531" y="175544"/>
            <a:ext cx="9828398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ADRs are Important in Kubernetes Projects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A29315-B826-BBAF-C0E8-2227173F0221}"/>
              </a:ext>
            </a:extLst>
          </p:cNvPr>
          <p:cNvSpPr txBox="1"/>
          <p:nvPr/>
        </p:nvSpPr>
        <p:spPr>
          <a:xfrm>
            <a:off x="796594" y="1026143"/>
            <a:ext cx="10754016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environments involve many choices such as: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strategies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mechanisms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Observability tools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optimization approaches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ADRs help explain why a particular option was chosen over alternatives, improving system transparency and future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246112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C4AFA-495C-DA9C-53B5-DFA1E70B3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54126B-899B-CF41-4612-532817D1A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5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A39BBA-8836-B36E-4282-5C112B5EA6C8}"/>
              </a:ext>
            </a:extLst>
          </p:cNvPr>
          <p:cNvSpPr txBox="1"/>
          <p:nvPr/>
        </p:nvSpPr>
        <p:spPr>
          <a:xfrm>
            <a:off x="1789531" y="63283"/>
            <a:ext cx="9828398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Short-Form ADRs – Concept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D45092-2EBD-F287-E30C-0E9F0F6721CC}"/>
              </a:ext>
            </a:extLst>
          </p:cNvPr>
          <p:cNvSpPr txBox="1"/>
          <p:nvPr/>
        </p:nvSpPr>
        <p:spPr>
          <a:xfrm>
            <a:off x="665696" y="1020533"/>
            <a:ext cx="10860605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Short-form ADRs are lightweight and concise.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avoid long explanations and focus only on essential information.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them easy to write, review, and maintain, especially in fast-moving DevOps and Kubernetes environments</a:t>
            </a:r>
          </a:p>
        </p:txBody>
      </p:sp>
    </p:spTree>
    <p:extLst>
      <p:ext uri="{BB962C8B-B14F-4D97-AF65-F5344CB8AC3E}">
        <p14:creationId xmlns:p14="http://schemas.microsoft.com/office/powerpoint/2010/main" val="1987867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43BB6-C48D-B5AA-E471-3A2BCD8E2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00E168-06AC-71AB-8BFE-3C5707FC5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6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552E1C-A5F6-38EE-F91E-996ED7D80BC9}"/>
              </a:ext>
            </a:extLst>
          </p:cNvPr>
          <p:cNvSpPr txBox="1"/>
          <p:nvPr/>
        </p:nvSpPr>
        <p:spPr>
          <a:xfrm>
            <a:off x="1694165" y="169251"/>
            <a:ext cx="98283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Typical Short-Form ADR Structure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B163DD-F3EC-F9A8-EA0D-8854668C89D0}"/>
              </a:ext>
            </a:extLst>
          </p:cNvPr>
          <p:cNvSpPr txBox="1"/>
          <p:nvPr/>
        </p:nvSpPr>
        <p:spPr>
          <a:xfrm>
            <a:off x="460005" y="833421"/>
            <a:ext cx="11202803" cy="3905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short-form ADR usually contains: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Consequences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structure balances simplicity with clarity.</a:t>
            </a:r>
          </a:p>
        </p:txBody>
      </p:sp>
    </p:spTree>
    <p:extLst>
      <p:ext uri="{BB962C8B-B14F-4D97-AF65-F5344CB8AC3E}">
        <p14:creationId xmlns:p14="http://schemas.microsoft.com/office/powerpoint/2010/main" val="784910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3B678-02FC-CCE5-3EB2-3BD9AB2B6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94812C-1289-C3BD-0205-725D188B9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7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766A6B-9EEA-8008-20B2-9389D4FDC42C}"/>
              </a:ext>
            </a:extLst>
          </p:cNvPr>
          <p:cNvSpPr txBox="1"/>
          <p:nvPr/>
        </p:nvSpPr>
        <p:spPr>
          <a:xfrm>
            <a:off x="646996" y="4822724"/>
            <a:ext cx="11083127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ADRs are living documents and may be revisited if assumptions change or better solutions emerge.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F38909-D10A-0CF9-54A0-5233C4B3923D}"/>
              </a:ext>
            </a:extLst>
          </p:cNvPr>
          <p:cNvSpPr txBox="1"/>
          <p:nvPr/>
        </p:nvSpPr>
        <p:spPr>
          <a:xfrm>
            <a:off x="1155623" y="237187"/>
            <a:ext cx="1024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 Lifecycle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C0C186-0A7A-1ABF-A5CA-CF6E6F6C8C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986" b="18937"/>
          <a:stretch>
            <a:fillRect/>
          </a:stretch>
        </p:blipFill>
        <p:spPr>
          <a:xfrm>
            <a:off x="1045059" y="821962"/>
            <a:ext cx="10287000" cy="398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38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776B4-D9FA-C87E-602A-8508E4D1C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29F621-BBAA-54D5-72E9-C0CEEFF2F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8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246AC9-77AD-D24B-157B-0981E1348CC5}"/>
              </a:ext>
            </a:extLst>
          </p:cNvPr>
          <p:cNvSpPr txBox="1"/>
          <p:nvPr/>
        </p:nvSpPr>
        <p:spPr>
          <a:xfrm>
            <a:off x="241221" y="529600"/>
            <a:ext cx="11601099" cy="5617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Kubernetes cluster hosts multiple microservices. Secret values must be stored securely and shared across environments. Storing secrets in plain YAML files poses a security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risk.This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section explains the problem and constraints clearly.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Kubernetes Secrets combined with Sealed Secrets to store and manage sensitive configuration data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securely.The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decision is stated clearly without ambiguity.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Consequences: 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Secrets can be safely stored in Git repositories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tooling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kubeseal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required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 increase in operational complexity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security and auditability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Consequences may include both benefits and trade-offs.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316FCC-9FC1-63D0-74AC-B29CD9BB5891}"/>
              </a:ext>
            </a:extLst>
          </p:cNvPr>
          <p:cNvSpPr txBox="1"/>
          <p:nvPr/>
        </p:nvSpPr>
        <p:spPr>
          <a:xfrm>
            <a:off x="1144402" y="63283"/>
            <a:ext cx="102487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ADR</a:t>
            </a:r>
          </a:p>
        </p:txBody>
      </p:sp>
    </p:spTree>
    <p:extLst>
      <p:ext uri="{BB962C8B-B14F-4D97-AF65-F5344CB8AC3E}">
        <p14:creationId xmlns:p14="http://schemas.microsoft.com/office/powerpoint/2010/main" val="1691305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3B25F-D001-F966-36FC-EEAA3F391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812412-6EF3-F5E8-723A-8C72E8BA0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9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35FE9C-0E61-B16B-6CBC-98F77E939440}"/>
              </a:ext>
            </a:extLst>
          </p:cNvPr>
          <p:cNvSpPr txBox="1"/>
          <p:nvPr/>
        </p:nvSpPr>
        <p:spPr>
          <a:xfrm>
            <a:off x="1250253" y="1042219"/>
            <a:ext cx="10805442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locations for ADRs include: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repositories alongside source code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/docs/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folders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 portals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 ensures ADRs evolve with the system.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D23DC5-B3C2-1FC6-DB17-7031C1607D28}"/>
              </a:ext>
            </a:extLst>
          </p:cNvPr>
          <p:cNvSpPr txBox="1"/>
          <p:nvPr/>
        </p:nvSpPr>
        <p:spPr>
          <a:xfrm>
            <a:off x="1290258" y="169869"/>
            <a:ext cx="1024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to Store ADRs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474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EA497-A5D3-9E71-01A4-6A23B42EE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573AB2-83F4-F4F1-0047-CBD6D78AD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10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107C97-0C5A-00DD-648E-36094359D33A}"/>
              </a:ext>
            </a:extLst>
          </p:cNvPr>
          <p:cNvSpPr txBox="1"/>
          <p:nvPr/>
        </p:nvSpPr>
        <p:spPr>
          <a:xfrm>
            <a:off x="950197" y="935632"/>
            <a:ext cx="10805442" cy="367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ADRs short and focused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ADRs when decisions are made, not later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clear and simple language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delete ADRs; mark them as superseded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ADR hygiene improves long-term maintainability.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0DFFA-3525-3C54-5791-0FF8D979B215}"/>
              </a:ext>
            </a:extLst>
          </p:cNvPr>
          <p:cNvSpPr txBox="1"/>
          <p:nvPr/>
        </p:nvSpPr>
        <p:spPr>
          <a:xfrm>
            <a:off x="1290258" y="169869"/>
            <a:ext cx="1024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Practices for Writing ADRs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514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AE92B-5250-DFB5-E932-B62A28812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1A189A-8D11-2DB4-D14A-E8506B49A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11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613B08-AF20-3440-060A-4086A8F3BB61}"/>
              </a:ext>
            </a:extLst>
          </p:cNvPr>
          <p:cNvSpPr txBox="1"/>
          <p:nvPr/>
        </p:nvSpPr>
        <p:spPr>
          <a:xfrm>
            <a:off x="921752" y="991730"/>
            <a:ext cx="10617243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Decision Records provide a simple and effective way to document important design decisions.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Short-form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ADRs are especially suitable for Kubernetes and DevOps environments where rapid change is common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recording context, decisions, and consequences, ADRs support clarity, accountability, and production-ready system design.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949610-3D85-981C-7989-06731CC60A36}"/>
              </a:ext>
            </a:extLst>
          </p:cNvPr>
          <p:cNvSpPr txBox="1"/>
          <p:nvPr/>
        </p:nvSpPr>
        <p:spPr>
          <a:xfrm>
            <a:off x="1290258" y="169869"/>
            <a:ext cx="10248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555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524146" y="1595121"/>
            <a:ext cx="7920111" cy="3158754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Foundations Of Cloud-native Computing &amp; </a:t>
            </a: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en-US" sz="2800" dirty="0">
                <a:solidFill>
                  <a:schemeClr val="bg1"/>
                </a:solidFill>
              </a:rPr>
              <a:t>	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2614" y="2235201"/>
            <a:ext cx="3235570" cy="10832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9138427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Template</Template>
  <TotalTime>8116</TotalTime>
  <Words>505</Words>
  <Application>Microsoft Office PowerPoint</Application>
  <PresentationFormat>Widescreen</PresentationFormat>
  <Paragraphs>86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Gill Sans MT</vt:lpstr>
      <vt:lpstr>Poppins</vt:lpstr>
      <vt:lpstr>Times New Roman</vt:lpstr>
      <vt:lpstr>Gallery</vt:lpstr>
      <vt:lpstr>Department of CSIT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berkmans</dc:creator>
  <cp:lastModifiedBy>NAGAMANI G</cp:lastModifiedBy>
  <cp:revision>528</cp:revision>
  <dcterms:created xsi:type="dcterms:W3CDTF">2023-05-03T05:20:57Z</dcterms:created>
  <dcterms:modified xsi:type="dcterms:W3CDTF">2026-01-19T07:45:29Z</dcterms:modified>
</cp:coreProperties>
</file>
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68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61709"/>
            <a:ext cx="5459371" cy="59183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Basic policy management (admission controllers high-level)</a:t>
            </a:r>
            <a:endParaRPr lang="en-US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7704" y="3767857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- 2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8199E9-E09F-5D81-8828-33A25B5E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13AAC-AC54-48B1-5F03-843DC5126AD7}"/>
              </a:ext>
            </a:extLst>
          </p:cNvPr>
          <p:cNvSpPr txBox="1"/>
          <p:nvPr/>
        </p:nvSpPr>
        <p:spPr>
          <a:xfrm>
            <a:off x="612140" y="186027"/>
            <a:ext cx="112649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Policy Management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dirty="0"/>
              <a:t>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Kubernetes, many developers deploy applications in the same cluster. Sometimes they may deploy applications with wrong configurations, which can cause security or performance problems. So we use Policy Management.</a:t>
            </a:r>
          </a:p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meaning: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Policy management means defining rules for how applications should be deployed in Kubernetes so that everything stays secure and organized.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Kubernetes,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ensure:</a:t>
            </a:r>
          </a:p>
          <a:p>
            <a:pPr marL="742950" lvl="1" indent="-28575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containers</a:t>
            </a:r>
          </a:p>
          <a:p>
            <a:pPr marL="742950" lvl="1" indent="-28575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resource usage</a:t>
            </a:r>
          </a:p>
          <a:p>
            <a:pPr marL="742950" lvl="1" indent="-28575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configurations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88DFC-938A-1102-2C8F-8D87B6ADC750}"/>
              </a:ext>
            </a:extLst>
          </p:cNvPr>
          <p:cNvSpPr txBox="1"/>
          <p:nvPr/>
        </p:nvSpPr>
        <p:spPr>
          <a:xfrm>
            <a:off x="5497450" y="3429000"/>
            <a:ext cx="623735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policies: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 may run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privileges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may 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much CPU or memory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rules may be broken</a:t>
            </a:r>
          </a:p>
        </p:txBody>
      </p:sp>
    </p:spTree>
    <p:extLst>
      <p:ext uri="{BB962C8B-B14F-4D97-AF65-F5344CB8AC3E}">
        <p14:creationId xmlns:p14="http://schemas.microsoft.com/office/powerpoint/2010/main" val="19567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97F3D1-23D4-D5EC-7CC6-995153F6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5F0A9F-0FC2-96F5-8C64-1477C2CF233E}"/>
              </a:ext>
            </a:extLst>
          </p:cNvPr>
          <p:cNvSpPr txBox="1"/>
          <p:nvPr/>
        </p:nvSpPr>
        <p:spPr>
          <a:xfrm>
            <a:off x="4259580" y="233504"/>
            <a:ext cx="6101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 Controllers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C64EB-B435-9616-3B61-5530D452DCC7}"/>
              </a:ext>
            </a:extLst>
          </p:cNvPr>
          <p:cNvSpPr txBox="1"/>
          <p:nvPr/>
        </p:nvSpPr>
        <p:spPr>
          <a:xfrm>
            <a:off x="660400" y="756724"/>
            <a:ext cx="1045464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Admission Controllers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components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and control requests before they are saved in Kubernetes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act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gatekeepers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can: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request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request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request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3559C-F873-2D8A-8583-9B6A63650BF5}"/>
              </a:ext>
            </a:extLst>
          </p:cNvPr>
          <p:cNvSpPr txBox="1"/>
          <p:nvPr/>
        </p:nvSpPr>
        <p:spPr>
          <a:xfrm>
            <a:off x="660400" y="4203822"/>
            <a:ext cx="11054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command:</a:t>
            </a:r>
          </a:p>
          <a:p>
            <a:pPr lvl="1"/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apply -f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deployment.yaml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goes through Admission Control, where Kubernetes checks rules and policies before allowing the resource.</a:t>
            </a:r>
          </a:p>
        </p:txBody>
      </p:sp>
    </p:spTree>
    <p:extLst>
      <p:ext uri="{BB962C8B-B14F-4D97-AF65-F5344CB8AC3E}">
        <p14:creationId xmlns:p14="http://schemas.microsoft.com/office/powerpoint/2010/main" val="80281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A1681-46DE-40A4-B817-2FA9D773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E58245-198C-C157-2314-3BB3CC5AD065}"/>
              </a:ext>
            </a:extLst>
          </p:cNvPr>
          <p:cNvSpPr txBox="1"/>
          <p:nvPr/>
        </p:nvSpPr>
        <p:spPr>
          <a:xfrm>
            <a:off x="462280" y="583982"/>
            <a:ext cx="1126744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1: Preventing Unsafe Containers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developer deploys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that runs with root privileges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Running containers as root can be dangerous because attackers may gain full control of the system.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in Kubernetes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developer runs:</a:t>
            </a:r>
          </a:p>
          <a:p>
            <a:pPr algn="just" rtl="0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apply -f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pod.yaml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goes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API Server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pod is created,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the configuration.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Security Admission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 detects that the container is running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privileged access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Admission Controller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rejects the request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EB210-6BF1-FA07-4A6B-FD88C836BB63}"/>
              </a:ext>
            </a:extLst>
          </p:cNvPr>
          <p:cNvSpPr txBox="1"/>
          <p:nvPr/>
        </p:nvSpPr>
        <p:spPr>
          <a:xfrm>
            <a:off x="5405119" y="0"/>
            <a:ext cx="168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32746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53B5B8-3863-79C7-2D23-836B1C55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1950D-CCF1-5CCF-7234-03D596D38390}"/>
              </a:ext>
            </a:extLst>
          </p:cNvPr>
          <p:cNvSpPr txBox="1"/>
          <p:nvPr/>
        </p:nvSpPr>
        <p:spPr>
          <a:xfrm>
            <a:off x="345440" y="505381"/>
            <a:ext cx="1089152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2: Limiting Resource Usage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team deploys many applications that consume too much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and memory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may crash the cluster.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in Kubernetes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cluster administrator creates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ResourceQuota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rule:</a:t>
            </a:r>
          </a:p>
          <a:p>
            <a:pPr lvl="1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CPU = 4</a:t>
            </a:r>
          </a:p>
          <a:p>
            <a:pPr lvl="1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Memory = 8GB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developer tries to deploy an application requiring 10 CPUs, the Admission Controller checks the request.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request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rejected because it exceeds the quota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825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BAD657-11FE-1275-C93E-CBE37C9D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8953C-9B81-8B95-CEB1-583A440CDFFA}"/>
              </a:ext>
            </a:extLst>
          </p:cNvPr>
          <p:cNvSpPr txBox="1"/>
          <p:nvPr/>
        </p:nvSpPr>
        <p:spPr>
          <a:xfrm>
            <a:off x="304800" y="685582"/>
            <a:ext cx="111963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3: Automatically Adding Default Configuration (Mutating Controller)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developer deploys an application but forgets to specify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and memory limits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limits, the application might consume excessive resources.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in Kubernetes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Mutating Admission 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adds default CPU and memory values.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CPU:0.5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Memory: 512MB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and then accepted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519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06C635-2E72-3707-5B11-882776A7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A758D-D9BC-C69A-77E4-51890768892A}"/>
              </a:ext>
            </a:extLst>
          </p:cNvPr>
          <p:cNvSpPr txBox="1"/>
          <p:nvPr/>
        </p:nvSpPr>
        <p:spPr>
          <a:xfrm>
            <a:off x="3721100" y="206494"/>
            <a:ext cx="6101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Control Phases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9F78A7-E5F8-C4BB-7E24-768254758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714"/>
            <a:ext cx="12192000" cy="612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3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6CEC6C-E3F1-C29A-FB0C-A3E3336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DD56F-69B9-CDD9-26E4-8F8DB9F58EEC}"/>
              </a:ext>
            </a:extLst>
          </p:cNvPr>
          <p:cNvSpPr txBox="1"/>
          <p:nvPr/>
        </p:nvSpPr>
        <p:spPr>
          <a:xfrm>
            <a:off x="673100" y="454389"/>
            <a:ext cx="1133602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Mutating Admission Control 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Mutating means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or modifying the request before it is accepted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something is missing, Kubernetes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add or modify 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in Mutating Admission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Built-in Controllers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already available in Kubernetes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automatically modify requests.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pod is created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resource limits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Kubernetes may add default values.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0C6EB-6951-F181-AB66-6EA5E5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961" y="4846327"/>
            <a:ext cx="3248478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41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4889D6-FB8E-F2F7-5E7F-9F43B1F8F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17E16-F46E-361D-4A70-FDD672C5CA1A}"/>
              </a:ext>
            </a:extLst>
          </p:cNvPr>
          <p:cNvSpPr txBox="1"/>
          <p:nvPr/>
        </p:nvSpPr>
        <p:spPr>
          <a:xfrm>
            <a:off x="551180" y="804317"/>
            <a:ext cx="451866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b) Webhooks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Webhooks allow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programs to modify requests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can write their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rules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policy says: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pod must contain label team=dev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developer forgets it, the webhook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adds 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FB3A5-A4DC-4538-A577-3AE877159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123" y="880205"/>
            <a:ext cx="2767444" cy="3511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6759EF-1547-1821-304F-365CA30B8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850" y="880206"/>
            <a:ext cx="3365274" cy="351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4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AC15D-D08F-4F0C-AD6F-9DFD97A1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FEE91-4181-97EA-CD4C-0EB99ECC9038}"/>
              </a:ext>
            </a:extLst>
          </p:cNvPr>
          <p:cNvSpPr txBox="1"/>
          <p:nvPr/>
        </p:nvSpPr>
        <p:spPr>
          <a:xfrm>
            <a:off x="400428" y="668496"/>
            <a:ext cx="95970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C)Policies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define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for modifying resources automatically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policy: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containers must run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non-root 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3FAD4-B30D-5B86-526B-E3E6D8D328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19503" y="2997200"/>
            <a:ext cx="5152612" cy="260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17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177A26-1674-8914-3652-C29BFC32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FD9A4-E51A-6DB1-3F25-061AB97D8E19}"/>
              </a:ext>
            </a:extLst>
          </p:cNvPr>
          <p:cNvSpPr txBox="1"/>
          <p:nvPr/>
        </p:nvSpPr>
        <p:spPr>
          <a:xfrm>
            <a:off x="693420" y="908596"/>
            <a:ext cx="424434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2.Schema Validation (Middle Part)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mutation, Kubernetes checks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the configuration structure is correct.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schema validation.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90FA4-9CD0-BD71-D143-1E404148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2" y="674916"/>
            <a:ext cx="3809998" cy="51985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EEF4DE-67F8-9400-D810-E14C8CCE8A38}"/>
              </a:ext>
            </a:extLst>
          </p:cNvPr>
          <p:cNvSpPr txBox="1"/>
          <p:nvPr/>
        </p:nvSpPr>
        <p:spPr>
          <a:xfrm>
            <a:off x="490220" y="4880094"/>
            <a:ext cx="6101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incorrect structures immediately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83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8A4C76-56AF-77A5-FA6E-1C985EF6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8C9D7-81D6-AD0F-2680-75138D52612C}"/>
              </a:ext>
            </a:extLst>
          </p:cNvPr>
          <p:cNvSpPr txBox="1"/>
          <p:nvPr/>
        </p:nvSpPr>
        <p:spPr>
          <a:xfrm>
            <a:off x="764540" y="641757"/>
            <a:ext cx="591058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Validating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 Control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Validating means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rules but NOT modifying anything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only decides: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Built-in Controllers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already provides controllers like: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ResourceQuota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LimitRanger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PodSecurity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8D762-6D98-E8F2-C7E1-01D87DF7C97F}"/>
              </a:ext>
            </a:extLst>
          </p:cNvPr>
          <p:cNvSpPr txBox="1"/>
          <p:nvPr/>
        </p:nvSpPr>
        <p:spPr>
          <a:xfrm>
            <a:off x="8100060" y="997357"/>
            <a:ext cx="319786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namespace limit is: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4 cores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developer requests: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8 cores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7824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FE5740-806D-39C4-73CD-4226BEC4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ED0445-A6B3-8F31-5B45-13A873AF3066}"/>
              </a:ext>
            </a:extLst>
          </p:cNvPr>
          <p:cNvSpPr txBox="1"/>
          <p:nvPr/>
        </p:nvSpPr>
        <p:spPr>
          <a:xfrm>
            <a:off x="845820" y="843677"/>
            <a:ext cx="99949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Webhooks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can write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validation checks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rule: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Pods cannot use latest image tag.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request: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image: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nginx:latest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Webhook rejects the request.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example: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tag "latest" not allowed</a:t>
            </a:r>
          </a:p>
        </p:txBody>
      </p:sp>
    </p:spTree>
    <p:extLst>
      <p:ext uri="{BB962C8B-B14F-4D97-AF65-F5344CB8AC3E}">
        <p14:creationId xmlns:p14="http://schemas.microsoft.com/office/powerpoint/2010/main" val="3732660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BE6EE3-6E58-54A6-2DE5-7023CDDE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5229B-5D18-B1CC-298D-3C5E57BE961E}"/>
              </a:ext>
            </a:extLst>
          </p:cNvPr>
          <p:cNvSpPr txBox="1"/>
          <p:nvPr/>
        </p:nvSpPr>
        <p:spPr>
          <a:xfrm>
            <a:off x="652780" y="795774"/>
            <a:ext cx="10939780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c)Policies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= Rules that every application must follow before being allowed into the Kubernetes cluster.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are enforced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Controllers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the request process.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policy: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 must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run in privileged mode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Developer requested to run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60163-3A04-4BF7-D095-FB5963EFA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780" y="4407563"/>
            <a:ext cx="4357868" cy="9390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183404-2F00-9AE4-491E-C3D095A34AE8}"/>
              </a:ext>
            </a:extLst>
          </p:cNvPr>
          <p:cNvSpPr txBox="1"/>
          <p:nvPr/>
        </p:nvSpPr>
        <p:spPr>
          <a:xfrm>
            <a:off x="754380" y="5333747"/>
            <a:ext cx="6101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Deployment blocked.</a:t>
            </a:r>
          </a:p>
        </p:txBody>
      </p:sp>
    </p:spTree>
    <p:extLst>
      <p:ext uri="{BB962C8B-B14F-4D97-AF65-F5344CB8AC3E}">
        <p14:creationId xmlns:p14="http://schemas.microsoft.com/office/powerpoint/2010/main" val="1294663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8332</TotalTime>
  <Words>811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Gill Sans MT</vt:lpstr>
      <vt:lpstr>Poppins</vt:lpstr>
      <vt:lpstr>Times New Roman</vt:lpstr>
      <vt:lpstr>Gallery</vt:lpstr>
      <vt:lpstr>Department of CSIT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berkmans</dc:creator>
  <cp:lastModifiedBy>Lavanya Susanna</cp:lastModifiedBy>
  <cp:revision>433</cp:revision>
  <dcterms:created xsi:type="dcterms:W3CDTF">2023-05-03T05:20:57Z</dcterms:created>
  <dcterms:modified xsi:type="dcterms:W3CDTF">2026-03-17T06:26:34Z</dcterms:modified>
</cp:coreProperties>
</file>
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8" r:id="rId2"/>
    <p:sldId id="300" r:id="rId3"/>
    <p:sldId id="301" r:id="rId4"/>
    <p:sldId id="324" r:id="rId5"/>
    <p:sldId id="325" r:id="rId6"/>
    <p:sldId id="327" r:id="rId7"/>
    <p:sldId id="323" r:id="rId8"/>
    <p:sldId id="333" r:id="rId9"/>
    <p:sldId id="329" r:id="rId10"/>
    <p:sldId id="330" r:id="rId11"/>
    <p:sldId id="336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1709"/>
            <a:ext cx="5459371" cy="5918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rollout &amp; rollback hygiene</a:t>
            </a:r>
            <a:endParaRPr lang="en-US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704" y="3767857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- 5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2DE2B3-F441-BAF6-241C-E08CC055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5D87C-909A-3426-0049-8BB604E79CD0}"/>
              </a:ext>
            </a:extLst>
          </p:cNvPr>
          <p:cNvSpPr txBox="1"/>
          <p:nvPr/>
        </p:nvSpPr>
        <p:spPr>
          <a:xfrm>
            <a:off x="450752" y="902888"/>
            <a:ext cx="11290493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Kubernetes are frequently updated due to bug fixes, configuration changes, or feature releases.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rollout hygiene, updates can cause downtime or service disruption.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 hygiene ensures that when failures occur, systems can return quickly to a stable state with minimal impact.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9DC16-6ECB-BFD7-8943-5CEF10C47C96}"/>
              </a:ext>
            </a:extLst>
          </p:cNvPr>
          <p:cNvSpPr txBox="1"/>
          <p:nvPr/>
        </p:nvSpPr>
        <p:spPr>
          <a:xfrm>
            <a:off x="3152717" y="241861"/>
            <a:ext cx="6950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Rollout &amp; Rollback Hygiene Matters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368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B7FC-B919-3151-2812-DDF81088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63DE1-9EBA-004E-DF76-E8F4CD00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5706E-F63D-A48C-C3C2-D0C83B494CEA}"/>
              </a:ext>
            </a:extLst>
          </p:cNvPr>
          <p:cNvSpPr txBox="1"/>
          <p:nvPr/>
        </p:nvSpPr>
        <p:spPr>
          <a:xfrm>
            <a:off x="1739043" y="175544"/>
            <a:ext cx="9878886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Rollout and Rollback in Kubernetes?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D5F0F-1386-2C4E-A4B4-AB22C20768D3}"/>
              </a:ext>
            </a:extLst>
          </p:cNvPr>
          <p:cNvSpPr txBox="1"/>
          <p:nvPr/>
        </p:nvSpPr>
        <p:spPr>
          <a:xfrm>
            <a:off x="544151" y="1020533"/>
            <a:ext cx="11073777" cy="445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rollout is the process of deploying a new version of an application. Kubernetes typically manages rollouts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replace old pods with new ones in a controlled manner. This gradual replacement allows Kubernetes to maintain service availability during updates.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rollback is the process of reverting an application to a previously known stable version when a rollout fails. Kubernetes stores revision history for Deployments, enabling operators to quickly undo failed updates. Rollbacks are critical for handling faulty releases and misconfigurations.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78510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0BFB-C359-611A-50EE-7622F987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24167-2B94-3B01-A284-EC59604E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6536B-5142-2AA6-F0D2-563294E8BF30}"/>
              </a:ext>
            </a:extLst>
          </p:cNvPr>
          <p:cNvSpPr txBox="1"/>
          <p:nvPr/>
        </p:nvSpPr>
        <p:spPr>
          <a:xfrm>
            <a:off x="1789531" y="175544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Update Strategies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29315-B826-BBAF-C0E8-2227173F0221}"/>
              </a:ext>
            </a:extLst>
          </p:cNvPr>
          <p:cNvSpPr txBox="1"/>
          <p:nvPr/>
        </p:nvSpPr>
        <p:spPr>
          <a:xfrm>
            <a:off x="863912" y="1020533"/>
            <a:ext cx="10754016" cy="2243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Deployments support two main update strategies: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RollingUpdate (default):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Gradually replaces old pods with new ones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Recreate: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Terminates all old pods before creating new ones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RollingUpdate is preferred in production because it minimizes downtime.</a:t>
            </a:r>
          </a:p>
        </p:txBody>
      </p:sp>
    </p:spTree>
    <p:extLst>
      <p:ext uri="{BB962C8B-B14F-4D97-AF65-F5344CB8AC3E}">
        <p14:creationId xmlns:p14="http://schemas.microsoft.com/office/powerpoint/2010/main" val="124611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4AFA-495C-DA9C-53B5-DFA1E70B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4126B-899B-CF41-4612-532817D1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9BBA-8836-B36E-4282-5C112B5EA6C8}"/>
              </a:ext>
            </a:extLst>
          </p:cNvPr>
          <p:cNvSpPr txBox="1"/>
          <p:nvPr/>
        </p:nvSpPr>
        <p:spPr>
          <a:xfrm>
            <a:off x="1789531" y="63283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Update Mechanism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45092-2EBD-F287-E30C-0E9F0F6721CC}"/>
              </a:ext>
            </a:extLst>
          </p:cNvPr>
          <p:cNvSpPr txBox="1"/>
          <p:nvPr/>
        </p:nvSpPr>
        <p:spPr>
          <a:xfrm>
            <a:off x="390815" y="4251787"/>
            <a:ext cx="11410367" cy="168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incrementally creates new pods while terminating old ones. Parameters such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maxUnavailable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maxSurge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how many pods can be unavailable or added during the update.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CAACE-F357-F99D-1697-B8D52584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76" b="25644"/>
          <a:stretch>
            <a:fillRect/>
          </a:stretch>
        </p:blipFill>
        <p:spPr>
          <a:xfrm>
            <a:off x="952498" y="824188"/>
            <a:ext cx="10287000" cy="342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6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3BB6-C48D-B5AA-E471-3A2BCD8E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0E168-06AC-71AB-8BFE-3C5707FC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52E1C-A5F6-38EE-F91E-996ED7D80BC9}"/>
              </a:ext>
            </a:extLst>
          </p:cNvPr>
          <p:cNvSpPr txBox="1"/>
          <p:nvPr/>
        </p:nvSpPr>
        <p:spPr>
          <a:xfrm>
            <a:off x="1694165" y="169251"/>
            <a:ext cx="9828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Triggering a Rollout &amp;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Rollout Progress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163DD-F3EC-F9A8-EA0D-8854668C89D0}"/>
              </a:ext>
            </a:extLst>
          </p:cNvPr>
          <p:cNvSpPr txBox="1"/>
          <p:nvPr/>
        </p:nvSpPr>
        <p:spPr>
          <a:xfrm>
            <a:off x="84147" y="833421"/>
            <a:ext cx="1192646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rollout is triggered whenever the Deployment specification changes, such as updating the container image.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image deployment/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mycontainer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=myapp:v2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initiates a controlled rollout of the new application version.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rollout status is essential to detect failures early.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rollout status deployment/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shows whether the rollout is progressing successfully or has encountered issues.</a:t>
            </a:r>
          </a:p>
        </p:txBody>
      </p:sp>
    </p:spTree>
    <p:extLst>
      <p:ext uri="{BB962C8B-B14F-4D97-AF65-F5344CB8AC3E}">
        <p14:creationId xmlns:p14="http://schemas.microsoft.com/office/powerpoint/2010/main" val="78491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B678-02FC-CCE5-3EB2-3BD9AB2B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4812C-1289-C3BD-0205-725D188B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66A6B-9EEA-8008-20B2-9389D4FDC42C}"/>
              </a:ext>
            </a:extLst>
          </p:cNvPr>
          <p:cNvSpPr txBox="1"/>
          <p:nvPr/>
        </p:nvSpPr>
        <p:spPr>
          <a:xfrm>
            <a:off x="680656" y="1014168"/>
            <a:ext cx="11083127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Rollouts may fail due to: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crashes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Readiness probe failures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pull errors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constraints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pauses the rollout when new pods fail to become ready, preventing further disruption.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38909-D10A-0CF9-54A0-5233C4B3923D}"/>
              </a:ext>
            </a:extLst>
          </p:cNvPr>
          <p:cNvSpPr txBox="1"/>
          <p:nvPr/>
        </p:nvSpPr>
        <p:spPr>
          <a:xfrm>
            <a:off x="1155623" y="237187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Rollout Failures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3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763B-D730-47F2-8DB3-8DDE2839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64DE8-FE5A-48AF-C617-63A02E07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06755-C524-1310-55DC-304E349BB5E4}"/>
              </a:ext>
            </a:extLst>
          </p:cNvPr>
          <p:cNvSpPr txBox="1"/>
          <p:nvPr/>
        </p:nvSpPr>
        <p:spPr>
          <a:xfrm>
            <a:off x="604923" y="542943"/>
            <a:ext cx="11083127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rollout fails, Kubernetes allows reverting to the previous version easily.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rollout undo deployment/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restores the last stable revision and helps recover service availability quickly.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2012E-6371-CEA0-9BFA-1E1944D2BA66}"/>
              </a:ext>
            </a:extLst>
          </p:cNvPr>
          <p:cNvSpPr txBox="1"/>
          <p:nvPr/>
        </p:nvSpPr>
        <p:spPr>
          <a:xfrm>
            <a:off x="869523" y="100028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Performing a Rollback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B91D0-D37F-BC20-30D5-F860E2A85EDD}"/>
              </a:ext>
            </a:extLst>
          </p:cNvPr>
          <p:cNvSpPr txBox="1"/>
          <p:nvPr/>
        </p:nvSpPr>
        <p:spPr>
          <a:xfrm>
            <a:off x="971630" y="308595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 History and Revisions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EE39A-0284-5976-8AED-BEB7E8B53059}"/>
              </a:ext>
            </a:extLst>
          </p:cNvPr>
          <p:cNvSpPr txBox="1"/>
          <p:nvPr/>
        </p:nvSpPr>
        <p:spPr>
          <a:xfrm>
            <a:off x="554435" y="3567569"/>
            <a:ext cx="1128601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maintains a history of deployment revisions.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rollout history deployment/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can inspect previous revisions and roll back to a specific version if required.</a:t>
            </a:r>
          </a:p>
        </p:txBody>
      </p:sp>
    </p:spTree>
    <p:extLst>
      <p:ext uri="{BB962C8B-B14F-4D97-AF65-F5344CB8AC3E}">
        <p14:creationId xmlns:p14="http://schemas.microsoft.com/office/powerpoint/2010/main" val="24269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76B4-D9FA-C87E-602A-8508E4D1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9F621-BBAA-54D5-72E9-C0CEEFF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46AC9-77AD-D24B-157B-0981E1348CC5}"/>
              </a:ext>
            </a:extLst>
          </p:cNvPr>
          <p:cNvSpPr txBox="1"/>
          <p:nvPr/>
        </p:nvSpPr>
        <p:spPr>
          <a:xfrm>
            <a:off x="1212386" y="1127572"/>
            <a:ext cx="10472861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use rolling updates in production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readiness and liveness probes correctly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logs and metrics during rollouts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using latest image tags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sufficient revision history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hygiene reduces deployment risk.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16FCC-9FC1-63D0-74AC-B29CD9BB5891}"/>
              </a:ext>
            </a:extLst>
          </p:cNvPr>
          <p:cNvSpPr txBox="1"/>
          <p:nvPr/>
        </p:nvSpPr>
        <p:spPr>
          <a:xfrm>
            <a:off x="1138792" y="267990"/>
            <a:ext cx="10248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 &amp; Rollback Hygiene Best Practices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30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0456-3C6F-7EBF-ED08-AFA9812B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CD0DE-48C0-F0B3-9C6F-5B55682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E9EFE-0026-38F5-5045-44A5E906C3D9}"/>
              </a:ext>
            </a:extLst>
          </p:cNvPr>
          <p:cNvSpPr txBox="1"/>
          <p:nvPr/>
        </p:nvSpPr>
        <p:spPr>
          <a:xfrm>
            <a:off x="554435" y="879533"/>
            <a:ext cx="11321545" cy="335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mistakes include: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without monitoring rollout status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Skipping readiness probes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testing rollback procedures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out during peak traffic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mistakes increase downtime and operational risk.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7D53A-9EFD-1159-924D-B2980729728D}"/>
              </a:ext>
            </a:extLst>
          </p:cNvPr>
          <p:cNvSpPr txBox="1"/>
          <p:nvPr/>
        </p:nvSpPr>
        <p:spPr>
          <a:xfrm>
            <a:off x="1194891" y="158650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Rollout &amp; Rollback Mistakes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03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B25F-D001-F966-36FC-EEAA3F39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12412-6EF3-F5E8-723A-8C72E8B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FE9C-0E61-B16B-6CBC-98F77E939440}"/>
              </a:ext>
            </a:extLst>
          </p:cNvPr>
          <p:cNvSpPr txBox="1"/>
          <p:nvPr/>
        </p:nvSpPr>
        <p:spPr>
          <a:xfrm>
            <a:off x="649803" y="1014169"/>
            <a:ext cx="1080544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Rollout and rollback hygiene ensures safe application updates and rapid recovery from failures.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Deployments provide built-in mechanisms for rolling updates and rollbacks.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following best practices and monitoring deployments carefully, operators can maintain stable and production-ready Kubernetes environments.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23DC5-B3C2-1FC6-DB17-7031C1607D28}"/>
              </a:ext>
            </a:extLst>
          </p:cNvPr>
          <p:cNvSpPr txBox="1"/>
          <p:nvPr/>
        </p:nvSpPr>
        <p:spPr>
          <a:xfrm>
            <a:off x="1155623" y="237187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7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8043</TotalTime>
  <Words>585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Poppins</vt:lpstr>
      <vt:lpstr>Times New Roman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berkmans</dc:creator>
  <cp:lastModifiedBy>NAGAMANI G</cp:lastModifiedBy>
  <cp:revision>482</cp:revision>
  <dcterms:created xsi:type="dcterms:W3CDTF">2023-05-03T05:20:57Z</dcterms:created>
  <dcterms:modified xsi:type="dcterms:W3CDTF">2026-01-19T06:30:06Z</dcterms:modified>
</cp:coreProperties>
</file>